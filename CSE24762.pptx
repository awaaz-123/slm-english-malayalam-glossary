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How Small Language Model (SLM)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SLM is a small AI language model.</a:t>
            </a:r>
          </a:p>
          <a:p>
            <a:pPr>
              <a:spcAft>
                <a:spcPts val="1000"/>
              </a:spcAft>
              <a:defRPr sz="2000"/>
            </a:pPr>
            <a:r>
              <a:t>It is trained using text data.</a:t>
            </a:r>
          </a:p>
          <a:p>
            <a:pPr>
              <a:spcAft>
                <a:spcPts val="1000"/>
              </a:spcAft>
              <a:defRPr sz="2000"/>
            </a:pPr>
            <a:r>
              <a:t>It learns words, sentences, and language patterns.</a:t>
            </a:r>
          </a:p>
          <a:p>
            <a:pPr>
              <a:spcAft>
                <a:spcPts val="1000"/>
              </a:spcAft>
              <a:defRPr sz="2000"/>
            </a:pPr>
            <a:r>
              <a:t>It understands the input and generates the required output.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Basic Process: Input → Tokenization → Model Processing → Prediction → Output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Advantages: Faster • Less memory • Lower cost • Can run on local devices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SLM Architectures &amp;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SLM Architectures: Decoder-only • Encoder-only • Encoder-Decoder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73736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Phi-3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Small &amp;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Less capable than large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Phi-4-mini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Compact &amp; good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vs larger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Lightweight &amp;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for complex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Llama 3.2 1B/3B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Small &amp;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Lower capability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SmolLM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Very small &amp; lightweight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Hugging 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Uses: Chatbots • Translation • Summarization • Local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How Large Language Model (LLM)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LLM is a large AI language model.</a:t>
            </a:r>
          </a:p>
          <a:p>
            <a:pPr>
              <a:spcAft>
                <a:spcPts val="1000"/>
              </a:spcAft>
              <a:defRPr sz="2000"/>
            </a:pPr>
            <a:r>
              <a:t>It is trained using a huge amount of text data.</a:t>
            </a:r>
          </a:p>
          <a:p>
            <a:pPr>
              <a:spcAft>
                <a:spcPts val="1000"/>
              </a:spcAft>
              <a:defRPr sz="2000"/>
            </a:pPr>
            <a:r>
              <a:t>It learns language patterns and context.</a:t>
            </a:r>
          </a:p>
          <a:p>
            <a:pPr>
              <a:spcAft>
                <a:spcPts val="1000"/>
              </a:spcAft>
              <a:defRPr sz="2000"/>
            </a:pPr>
            <a:r>
              <a:t>It predicts the next suitable word/token.</a:t>
            </a:r>
          </a:p>
          <a:p>
            <a:pPr>
              <a:spcAft>
                <a:spcPts val="1000"/>
              </a:spcAft>
              <a:defRPr sz="2000"/>
            </a:pPr>
            <a:r>
              <a:t>It continues this process to generate an answer.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Basic Process: Input → Tokenization → Transformer → Prediction → Output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Examples: ChatGPT • Gemini •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SLM vs LLM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325880"/>
          <a:ext cx="10149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SLM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Small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Large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Relatively 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Uses less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Uses more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Lower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Higher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Can run on local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Usually needs powerful servers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Good for specific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Good for complex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Easier to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/>
                      </a:pPr>
                      <a:r>
                        <a:t>More difficult to deploy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5897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SLM → Small, Fast &amp; Efficient</a:t>
            </a:r>
          </a:p>
          <a:p>
            <a:pPr>
              <a:spcAft>
                <a:spcPts val="1000"/>
              </a:spcAft>
              <a:defRPr sz="1600"/>
            </a:pPr>
            <a:r>
              <a:t>LLM → Large, Powerful &amp; General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English Glossary to Tamil Using SLM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Context: Computer Science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English → SLM → Tamil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Algorithm → அல்காரிதம்</a:t>
            </a:r>
          </a:p>
          <a:p>
            <a:pPr>
              <a:spcAft>
                <a:spcPts val="1000"/>
              </a:spcAft>
              <a:defRPr sz="1800"/>
            </a:pPr>
            <a:r>
              <a:t>Database → தரவுத்தளம்</a:t>
            </a:r>
          </a:p>
          <a:p>
            <a:pPr>
              <a:spcAft>
                <a:spcPts val="1000"/>
              </a:spcAft>
              <a:defRPr sz="1800"/>
            </a:pPr>
            <a:r>
              <a:t>Network → பிணையம்</a:t>
            </a:r>
          </a:p>
          <a:p>
            <a:pPr>
              <a:spcAft>
                <a:spcPts val="1000"/>
              </a:spcAft>
              <a:defRPr sz="1800"/>
            </a:pPr>
            <a:r>
              <a:t>Encryption → மறையாக்கம்</a:t>
            </a:r>
          </a:p>
          <a:p>
            <a:pPr>
              <a:spcAft>
                <a:spcPts val="1000"/>
              </a:spcAft>
              <a:defRPr sz="1800"/>
            </a:pPr>
            <a:r>
              <a:t>Compiler → தொகுப்பி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[INSERT YOUR PROGRAM SCREENSHOT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9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Project: English to Tamil Glossary Translation Using SLM</a:t>
            </a:r>
          </a:p>
          <a:p>
            <a:pPr>
              <a:spcAft>
                <a:spcPts val="1000"/>
              </a:spcAft>
              <a:defRPr sz="1900"/>
            </a:pPr>
            <a:endParaRPr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Technologies Used: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Python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SLM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Transformers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• PDF Processing</a:t>
            </a:r>
            <a:endParaRPr lang="en-US" dirty="0"/>
          </a:p>
          <a:p>
            <a:pPr>
              <a:spcAft>
                <a:spcPts val="1000"/>
              </a:spcAft>
              <a:defRPr sz="1900"/>
            </a:pPr>
            <a:endParaRPr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GitHub URL:</a:t>
            </a:r>
          </a:p>
          <a:p>
            <a:pPr>
              <a:spcAft>
                <a:spcPts val="1000"/>
              </a:spcAft>
              <a:defRPr sz="1900"/>
            </a:pPr>
            <a:r>
              <a:rPr lang="en-IN" dirty="0"/>
              <a:t>https://github.com/NamburiVivek/slm-english-tamil-glossary</a:t>
            </a:r>
            <a:endParaRPr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Result: Translation of an English technical glossary into Tamil using an SLM.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369</Words>
  <Application>Microsoft Office PowerPoint</Application>
  <PresentationFormat>Widescreen</PresentationFormat>
  <Paragraphs>95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How Small Language Model (SLM) Works</vt:lpstr>
      <vt:lpstr>SLM Architectures &amp; Models</vt:lpstr>
      <vt:lpstr>How Large Language Model (LLM) Works</vt:lpstr>
      <vt:lpstr>SLM vs LLM</vt:lpstr>
      <vt:lpstr>English Glossary to Tamil Using SLM</vt:lpstr>
      <vt:lpstr>GitHub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Namburi Vivek</cp:lastModifiedBy>
  <cp:revision>2</cp:revision>
  <dcterms:created xsi:type="dcterms:W3CDTF">2013-01-27T09:14:16Z</dcterms:created>
  <dcterms:modified xsi:type="dcterms:W3CDTF">2026-08-30T17:03:39Z</dcterms:modified>
  <cp:category/>
</cp:coreProperties>
</file>